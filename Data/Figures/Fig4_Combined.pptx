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E3C74-E4A9-45D4-B4FD-E76CCAA5A37E}" v="8" dt="2025-12-15T17:37:44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ley, Katherine Lane" userId="3eb27e8d-939c-4a6c-b9cc-42a246f42731" providerId="ADAL" clId="{763BCDF5-EDBC-47C4-83CD-DAA3DF0A80B6}"/>
    <pc:docChg chg="custSel addSld delSld modSld">
      <pc:chgData name="Burley, Katherine Lane" userId="3eb27e8d-939c-4a6c-b9cc-42a246f42731" providerId="ADAL" clId="{763BCDF5-EDBC-47C4-83CD-DAA3DF0A80B6}" dt="2025-12-15T17:38:59.810" v="64" actId="47"/>
      <pc:docMkLst>
        <pc:docMk/>
      </pc:docMkLst>
      <pc:sldChg chg="addSp delSp modSp del mod">
        <pc:chgData name="Burley, Katherine Lane" userId="3eb27e8d-939c-4a6c-b9cc-42a246f42731" providerId="ADAL" clId="{763BCDF5-EDBC-47C4-83CD-DAA3DF0A80B6}" dt="2025-12-15T17:25:13.393" v="34" actId="47"/>
        <pc:sldMkLst>
          <pc:docMk/>
          <pc:sldMk cId="2177320960" sldId="257"/>
        </pc:sldMkLst>
        <pc:picChg chg="del">
          <ac:chgData name="Burley, Katherine Lane" userId="3eb27e8d-939c-4a6c-b9cc-42a246f42731" providerId="ADAL" clId="{763BCDF5-EDBC-47C4-83CD-DAA3DF0A80B6}" dt="2025-12-15T17:22:36.071" v="1" actId="478"/>
          <ac:picMkLst>
            <pc:docMk/>
            <pc:sldMk cId="2177320960" sldId="257"/>
            <ac:picMk id="5" creationId="{B039ABF4-0C3A-30CA-DB43-45C0A282EBBF}"/>
          </ac:picMkLst>
        </pc:picChg>
        <pc:picChg chg="del">
          <ac:chgData name="Burley, Katherine Lane" userId="3eb27e8d-939c-4a6c-b9cc-42a246f42731" providerId="ADAL" clId="{763BCDF5-EDBC-47C4-83CD-DAA3DF0A80B6}" dt="2025-12-15T17:22:35.703" v="0" actId="478"/>
          <ac:picMkLst>
            <pc:docMk/>
            <pc:sldMk cId="2177320960" sldId="257"/>
            <ac:picMk id="6" creationId="{FB6BF1C3-D351-F465-A5B2-0AF4D0342126}"/>
          </ac:picMkLst>
        </pc:picChg>
        <pc:picChg chg="mod ord">
          <ac:chgData name="Burley, Katherine Lane" userId="3eb27e8d-939c-4a6c-b9cc-42a246f42731" providerId="ADAL" clId="{763BCDF5-EDBC-47C4-83CD-DAA3DF0A80B6}" dt="2025-12-15T17:23:15.881" v="15" actId="14100"/>
          <ac:picMkLst>
            <pc:docMk/>
            <pc:sldMk cId="2177320960" sldId="257"/>
            <ac:picMk id="7" creationId="{DB8A7CF5-88E4-A621-CBAE-5C0F4AE2DAED}"/>
          </ac:picMkLst>
        </pc:picChg>
        <pc:picChg chg="add mod ord">
          <ac:chgData name="Burley, Katherine Lane" userId="3eb27e8d-939c-4a6c-b9cc-42a246f42731" providerId="ADAL" clId="{763BCDF5-EDBC-47C4-83CD-DAA3DF0A80B6}" dt="2025-12-15T17:23:23.127" v="16" actId="14100"/>
          <ac:picMkLst>
            <pc:docMk/>
            <pc:sldMk cId="2177320960" sldId="257"/>
            <ac:picMk id="10" creationId="{154FE870-B812-D956-71FE-84898DEE291E}"/>
          </ac:picMkLst>
        </pc:picChg>
      </pc:sldChg>
      <pc:sldChg chg="addSp delSp modSp add del mod">
        <pc:chgData name="Burley, Katherine Lane" userId="3eb27e8d-939c-4a6c-b9cc-42a246f42731" providerId="ADAL" clId="{763BCDF5-EDBC-47C4-83CD-DAA3DF0A80B6}" dt="2025-12-15T17:38:59.810" v="64" actId="47"/>
        <pc:sldMkLst>
          <pc:docMk/>
          <pc:sldMk cId="3952131883" sldId="258"/>
        </pc:sldMkLst>
        <pc:picChg chg="add del mod">
          <ac:chgData name="Burley, Katherine Lane" userId="3eb27e8d-939c-4a6c-b9cc-42a246f42731" providerId="ADAL" clId="{763BCDF5-EDBC-47C4-83CD-DAA3DF0A80B6}" dt="2025-12-15T17:24:08.218" v="22" actId="478"/>
          <ac:picMkLst>
            <pc:docMk/>
            <pc:sldMk cId="3952131883" sldId="258"/>
            <ac:picMk id="3" creationId="{D8BAF7BB-03FD-91DB-FD90-9D796CC3083B}"/>
          </ac:picMkLst>
        </pc:picChg>
        <pc:picChg chg="add mod">
          <ac:chgData name="Burley, Katherine Lane" userId="3eb27e8d-939c-4a6c-b9cc-42a246f42731" providerId="ADAL" clId="{763BCDF5-EDBC-47C4-83CD-DAA3DF0A80B6}" dt="2025-12-15T17:24:40.500" v="29" actId="14100"/>
          <ac:picMkLst>
            <pc:docMk/>
            <pc:sldMk cId="3952131883" sldId="258"/>
            <ac:picMk id="5" creationId="{432E56D3-2868-3758-324D-5D1277058ADA}"/>
          </ac:picMkLst>
        </pc:picChg>
        <pc:picChg chg="mod ord">
          <ac:chgData name="Burley, Katherine Lane" userId="3eb27e8d-939c-4a6c-b9cc-42a246f42731" providerId="ADAL" clId="{763BCDF5-EDBC-47C4-83CD-DAA3DF0A80B6}" dt="2025-12-15T17:24:54.913" v="33" actId="1076"/>
          <ac:picMkLst>
            <pc:docMk/>
            <pc:sldMk cId="3952131883" sldId="258"/>
            <ac:picMk id="7" creationId="{20122C41-C42C-3102-93EB-F3872FF74015}"/>
          </ac:picMkLst>
        </pc:picChg>
        <pc:picChg chg="del">
          <ac:chgData name="Burley, Katherine Lane" userId="3eb27e8d-939c-4a6c-b9cc-42a246f42731" providerId="ADAL" clId="{763BCDF5-EDBC-47C4-83CD-DAA3DF0A80B6}" dt="2025-12-15T17:23:58.004" v="18" actId="478"/>
          <ac:picMkLst>
            <pc:docMk/>
            <pc:sldMk cId="3952131883" sldId="258"/>
            <ac:picMk id="10" creationId="{50167FE7-A5A8-1AD0-9EF3-1C5A35FDC73E}"/>
          </ac:picMkLst>
        </pc:picChg>
      </pc:sldChg>
      <pc:sldChg chg="addSp delSp modSp add del mod">
        <pc:chgData name="Burley, Katherine Lane" userId="3eb27e8d-939c-4a6c-b9cc-42a246f42731" providerId="ADAL" clId="{763BCDF5-EDBC-47C4-83CD-DAA3DF0A80B6}" dt="2025-12-15T17:37:17.910" v="49" actId="47"/>
        <pc:sldMkLst>
          <pc:docMk/>
          <pc:sldMk cId="810619944" sldId="259"/>
        </pc:sldMkLst>
        <pc:picChg chg="add mod">
          <ac:chgData name="Burley, Katherine Lane" userId="3eb27e8d-939c-4a6c-b9cc-42a246f42731" providerId="ADAL" clId="{763BCDF5-EDBC-47C4-83CD-DAA3DF0A80B6}" dt="2025-12-15T17:36:41.491" v="44" actId="1076"/>
          <ac:picMkLst>
            <pc:docMk/>
            <pc:sldMk cId="810619944" sldId="259"/>
            <ac:picMk id="3" creationId="{F90B53E3-D5A4-90EE-6505-D72F9ABAA870}"/>
          </ac:picMkLst>
        </pc:picChg>
        <pc:picChg chg="del">
          <ac:chgData name="Burley, Katherine Lane" userId="3eb27e8d-939c-4a6c-b9cc-42a246f42731" providerId="ADAL" clId="{763BCDF5-EDBC-47C4-83CD-DAA3DF0A80B6}" dt="2025-12-15T17:36:18.920" v="36" actId="478"/>
          <ac:picMkLst>
            <pc:docMk/>
            <pc:sldMk cId="810619944" sldId="259"/>
            <ac:picMk id="5" creationId="{F820AC1B-FC83-6381-9870-A75BC2FBEB69}"/>
          </ac:picMkLst>
        </pc:picChg>
        <pc:picChg chg="mod ord">
          <ac:chgData name="Burley, Katherine Lane" userId="3eb27e8d-939c-4a6c-b9cc-42a246f42731" providerId="ADAL" clId="{763BCDF5-EDBC-47C4-83CD-DAA3DF0A80B6}" dt="2025-12-15T17:36:54.767" v="48" actId="14100"/>
          <ac:picMkLst>
            <pc:docMk/>
            <pc:sldMk cId="810619944" sldId="259"/>
            <ac:picMk id="7" creationId="{BE7DCB9A-15B9-2317-6236-C478FCED79C0}"/>
          </ac:picMkLst>
        </pc:picChg>
      </pc:sldChg>
      <pc:sldChg chg="addSp delSp modSp add mod">
        <pc:chgData name="Burley, Katherine Lane" userId="3eb27e8d-939c-4a6c-b9cc-42a246f42731" providerId="ADAL" clId="{763BCDF5-EDBC-47C4-83CD-DAA3DF0A80B6}" dt="2025-12-15T17:38:46.361" v="63" actId="1076"/>
        <pc:sldMkLst>
          <pc:docMk/>
          <pc:sldMk cId="3166697526" sldId="259"/>
        </pc:sldMkLst>
        <pc:picChg chg="add mod">
          <ac:chgData name="Burley, Katherine Lane" userId="3eb27e8d-939c-4a6c-b9cc-42a246f42731" providerId="ADAL" clId="{763BCDF5-EDBC-47C4-83CD-DAA3DF0A80B6}" dt="2025-12-15T17:38:43.967" v="62" actId="1076"/>
          <ac:picMkLst>
            <pc:docMk/>
            <pc:sldMk cId="3166697526" sldId="259"/>
            <ac:picMk id="3" creationId="{E80F6100-80C5-B63C-66DE-C8569291C49E}"/>
          </ac:picMkLst>
        </pc:picChg>
        <pc:picChg chg="del">
          <ac:chgData name="Burley, Katherine Lane" userId="3eb27e8d-939c-4a6c-b9cc-42a246f42731" providerId="ADAL" clId="{763BCDF5-EDBC-47C4-83CD-DAA3DF0A80B6}" dt="2025-12-15T17:37:42.337" v="51" actId="478"/>
          <ac:picMkLst>
            <pc:docMk/>
            <pc:sldMk cId="3166697526" sldId="259"/>
            <ac:picMk id="5" creationId="{01698AC2-23A4-6360-8137-D3D1B7B3A0F5}"/>
          </ac:picMkLst>
        </pc:picChg>
        <pc:picChg chg="mod ord">
          <ac:chgData name="Burley, Katherine Lane" userId="3eb27e8d-939c-4a6c-b9cc-42a246f42731" providerId="ADAL" clId="{763BCDF5-EDBC-47C4-83CD-DAA3DF0A80B6}" dt="2025-12-15T17:38:46.361" v="63" actId="1076"/>
          <ac:picMkLst>
            <pc:docMk/>
            <pc:sldMk cId="3166697526" sldId="259"/>
            <ac:picMk id="7" creationId="{7F3AF91C-CA38-F734-D5DB-7CD9F672CE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F3E4-D3C8-00F1-2B17-1DF414B9F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3937F-82E2-F7B7-822A-7E4AAEF21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32B6-7346-9D23-B56C-D68A9C09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4CC4-94F4-7326-5AF5-526181B1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54422-A67A-437E-FB3D-21FA2347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7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2BE2-E791-59CF-7F21-FC7BBD65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8340-6F5A-3688-6F71-59F0A1678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E077C-B426-6E61-6DAA-459761B9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814A5-211E-9B48-E95D-3FD9ABCA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4684-0689-49CE-E3E1-E70589DC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915E-1EB8-3131-89E1-59CEF10A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166B8-8C58-35A0-7045-D47134A89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D0EA8-6EB8-9A97-30A0-7A8F1B77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0A2BB-CC3E-6A53-77F8-C18C3A69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EC938-B4C3-5257-2F4A-0800A47A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EDFF-D3E2-9CBB-6C29-226DD7FD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EF2F8-780D-5268-5D31-EBB4C9AAE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FE4AE-A7E4-945B-CBA1-08CC1020F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8BF89-E115-7C77-6807-CAF58440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D7778-C314-E2AC-7954-E15DD125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7ABA4-6711-02D9-37CF-09372E70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1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8398-8B32-3E1D-7B19-77065169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9D4CC-C8FD-125F-EC07-87EF4753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FB42D-B587-7EF2-AAD8-7DBB38409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C1922-1258-06DD-C95B-2A114FE7E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D19ED-B131-D517-AAE0-691F97D7E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A0EA3-3471-FEBA-0FE3-B6E87092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27BD4-F9A8-4DD2-2419-F35F869E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4197A-0632-E219-375A-236D3190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2A05-D3A3-9EF2-AC27-6C59DDD0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3A2BD-2F41-9BE1-FD1F-A553B93C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290B8-6CC4-8738-13D3-5178037B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25425-AC65-6DE1-4873-B73F79EA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7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FE68C-AD4C-1539-3E40-3D21A909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9250B-6FB5-F7A2-E1C3-81FED00A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2F8C1-8421-2437-0530-45FCC703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2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828A-73D3-D004-DFED-42B4FDD0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0CA83-1DFA-CDC5-F037-416AAAB89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F0FA7-FE6B-D402-DEE6-14CDC4BC1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B00C1-FAA3-0F4D-28EC-7B5606DA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866C7-4866-FD4F-2C99-9134D728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F40DD-3606-86FD-2726-9D91ACA3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7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63BF-42EC-9F06-3B01-ED9AFC1C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D2635-8DB0-91A6-1A15-3AFDD2630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47C6F-2631-52E2-F4D2-32EE99A95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CEFDF-A19A-0A8C-92B1-D83792AD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24874-9556-B0C2-CF8F-05AE6419A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B4685-5667-C947-6202-01BCCBA8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1FB4-50BE-5F9D-A389-E29EA902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C2409-5C8A-5A01-D4B9-48785313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2D6E1-6170-3ABB-AD74-B4C17AE4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3D1E-13A1-2629-5EC5-41A1EA60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B78FD-C77E-E72B-94E7-F992096E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7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CEDB29-3350-C1BA-0F67-8C3095E0E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0855A-F26A-661F-FEAA-29EB8540B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7049F-90D7-896A-0F4B-F33ADEF4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7E3C4-2CE6-6857-C356-C0CABB7C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07143-9214-DA2A-E438-1276FE85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6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5047AE-006B-3EA4-2ECF-FECA4478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6996-8CE1-D74F-5B7A-75B722C05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4F0D-0AEC-0CB9-5C5D-2B520C531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D11BD-181B-4417-BBD5-014D2FD346E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C8FD9-2A32-1B02-03F0-A1676EFC2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61D2A-9161-8639-4C51-3CDDF04C0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51E4A-1B10-45F1-87B0-4B2A7DBD1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8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502FA748-9A3A-54D0-B387-ED393B7B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6" t="2763" r="5113" b="7683"/>
          <a:stretch>
            <a:fillRect/>
          </a:stretch>
        </p:blipFill>
        <p:spPr>
          <a:xfrm>
            <a:off x="818596" y="1"/>
            <a:ext cx="5324777" cy="5647174"/>
          </a:xfrm>
          <a:prstGeom prst="rect">
            <a:avLst/>
          </a:prstGeom>
        </p:spPr>
      </p:pic>
      <p:pic>
        <p:nvPicPr>
          <p:cNvPr id="7" name="Picture 6" descr="A diagram of a heat-driven risk&#10;&#10;AI-generated content may be incorrect.">
            <a:extLst>
              <a:ext uri="{FF2B5EF4-FFF2-40B4-BE49-F238E27FC236}">
                <a16:creationId xmlns:a16="http://schemas.microsoft.com/office/drawing/2014/main" id="{B5E3102B-C744-E5FE-3D35-353D8B208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2" t="3077" r="24176" b="3883"/>
          <a:stretch>
            <a:fillRect/>
          </a:stretch>
        </p:blipFill>
        <p:spPr>
          <a:xfrm>
            <a:off x="326227" y="4397727"/>
            <a:ext cx="2471895" cy="2460272"/>
          </a:xfrm>
          <a:prstGeom prst="rect">
            <a:avLst/>
          </a:prstGeom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2187E31-9BF7-87A0-67E5-C3356F4B6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599" y="786281"/>
            <a:ext cx="5647174" cy="56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1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B2A8-5723-B279-2CCB-3E276AAD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E80F6100-80C5-B63C-66DE-C8569291C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0" y="100485"/>
            <a:ext cx="12136580" cy="6068290"/>
          </a:xfrm>
          <a:prstGeom prst="rect">
            <a:avLst/>
          </a:prstGeom>
        </p:spPr>
      </p:pic>
      <p:pic>
        <p:nvPicPr>
          <p:cNvPr id="7" name="Picture 6" descr="A diagram of a heat-driven risk&#10;&#10;AI-generated content may be incorrect.">
            <a:extLst>
              <a:ext uri="{FF2B5EF4-FFF2-40B4-BE49-F238E27FC236}">
                <a16:creationId xmlns:a16="http://schemas.microsoft.com/office/drawing/2014/main" id="{7F3AF91C-CA38-F734-D5DB-7CD9F672C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2" t="3077" r="24176" b="3883"/>
          <a:stretch>
            <a:fillRect/>
          </a:stretch>
        </p:blipFill>
        <p:spPr>
          <a:xfrm>
            <a:off x="55420" y="4537745"/>
            <a:ext cx="2331217" cy="232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9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Burley, Katherine Lane</dc:creator>
  <cp:lastModifiedBy>Burley, Katherine Lane</cp:lastModifiedBy>
  <cp:revision>1</cp:revision>
  <dcterms:created xsi:type="dcterms:W3CDTF">2025-12-15T17:00:22Z</dcterms:created>
  <dcterms:modified xsi:type="dcterms:W3CDTF">2025-12-15T17:39:01Z</dcterms:modified>
</cp:coreProperties>
</file>